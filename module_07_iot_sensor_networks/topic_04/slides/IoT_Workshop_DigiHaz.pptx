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210312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IoT Development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937760" y="3154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– Building Sensor Networks for Natural Hazard Monitoring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93776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DigiHaz Doctoral Training Programme  ·  Module 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IoT stack: edge → fog → cloud → application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three workshop sensors and their hazard applications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(tilt), BMP280 (pressure), soil moisture (water content)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5-step AI-assisted coding workflow effectively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when to trust AI-generated code and when to verify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well-structured prompts that produce working code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sensor → MQTT → dashboard pipeline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alert rules and dissemination (Telegram + browser push)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IoT data streams with the EWS from Module 5</a:t>
            </a:r>
            <a:endParaRPr lang="en-US" sz="1500" dirty="0"/>
          </a:p>
        </p:txBody>
      </p:sp>
      <p:pic>
        <p:nvPicPr>
          <p:cNvPr id="6" name="Image 1" descr="/home/claude/iot_workshop/graphics/01_iot_sta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IoT for Hazard Monitoring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IoT?  ·  Why hazard monitoring?  ·  Hardware choices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IoT Stack: From Sensor to EWS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1_iot_stack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IoT for Natural Hazard Monitoring?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is expensive and sparse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seismometers cost €10,000–€100,000+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networks cover only fraction of at-risk areas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enables dense, low-cost, distributed sensing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€20–€50 sensor nodes vs. €10k+ traditional stations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nodes possible on the same budget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via WiFi, LoRaWAN, cellular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 applications: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 tilt + soil moisture monitoring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seismic networks (citizen science)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level + rainfall flood early warning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structural health monitoring</a:t>
            </a:r>
            <a:endParaRPr lang="en-US" sz="1500" dirty="0"/>
          </a:p>
        </p:txBody>
      </p:sp>
      <p:pic>
        <p:nvPicPr>
          <p:cNvPr id="6" name="Image 1" descr="/home/claude/iot_workshop/graphics/07_data_fl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Sensors: MPU6050  ·  BMP280  ·  Soil Moisture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3_sensor_comparis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Tracks for the Hands-on Session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8_three_track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("Vibe Coding")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loop  ·  Prompt quality  ·  When to verify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AI-Assisted IoT Development?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LLMs (Claude, ChatGPT, Copilot, etc.) to generate code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describing what you want in natural language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IoT: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the barrier to embedded programming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prototyping of sensor logic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boilerplate (MQTT, JSON, WiFi setup) instantly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 unfamiliar libraries and APIs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is NOT magic: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can be subtly wrong in dangerous ways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need to understand the physics &amp; hardware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teaches HOW to use it responsibly</a:t>
            </a:r>
            <a:endParaRPr lang="en-US" sz="1500" dirty="0"/>
          </a:p>
        </p:txBody>
      </p:sp>
      <p:pic>
        <p:nvPicPr>
          <p:cNvPr id="6" name="Image 1" descr="/home/claude/iot_workshop/graphics/02_vibe_coding_lo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AI-Assisted Coding Workflow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2_vibe_coding_lo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Engineering: Weak Prompts vs. Strong Prompts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6_prompt_qual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Good IoT Prompt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Specify the hardware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(ESP32, Pi Pico, Raspberry Pi 5)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(MicroPython, Python, Arduino C++)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Identify the sensor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model (e.g. MPU6050, not just "IMU")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(I2C address, ADC pin, SPI)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Define the data flow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frequency (every 60s)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(JSON, CSV, raw)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(MQTT topic, file, screen)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constraints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budget, memory limits, calibration values</a:t>
            </a:r>
            <a:endParaRPr lang="en-US" sz="1500" dirty="0"/>
          </a:p>
        </p:txBody>
      </p:sp>
      <p:pic>
        <p:nvPicPr>
          <p:cNvPr id="6" name="Image 1" descr="/home/claude/iot_workshop/graphics/06_prompt_qualit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Goes Wrong: Five Failure Modes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5_failure_mod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Boundary: When to Verify Carefully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4_trust_vs_verif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Safety in AI-Assisted IoT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can have real consequences: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threshold → missed landslide warning → casualties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code → sensor network compromised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 calibration → systematic data error in publication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of the researcher: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accountable for the code, not the AI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on hardware before deployment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AI-assisted portions in your methodology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peers review safety-critical sections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integrity: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AI tool usage in publications (journal policies vary)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AI-generated calibration formulas against datasheets</a:t>
            </a:r>
            <a:endParaRPr lang="en-US" sz="1500" dirty="0"/>
          </a:p>
        </p:txBody>
      </p:sp>
      <p:pic>
        <p:nvPicPr>
          <p:cNvPr id="6" name="Image 1" descr="/home/claude/iot_workshop/graphics/04_trust_vs_verif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Build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→ MQTT → Dashboard → Alerts  ·  Choose your track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Target: Full End-to-End EWS Pipeline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7_data_fl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 Build...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IoT sensor node that: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MPU6050 tilt, BMP280 pressure, soil moisture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JSON every 60s to MQTT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persistent time-series database: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MQTT-to-InfluxDB bridge (already provided)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24h+ data retention with the free Grafana Cloud tier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shared dashboard: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— 7 panels, auto-refresh every 5s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URL you and your classmates can view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+ dissemination: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rules with FIRING / RESOLVED states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notifications via Telegram + browser push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assignments to submit: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2 — Vibe Coding Lab (assessed)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4 — Alert Rules &amp; Dissemination (assessed)</a:t>
            </a:r>
            <a:endParaRPr lang="en-US" sz="1500" dirty="0"/>
          </a:p>
        </p:txBody>
      </p:sp>
      <p:pic>
        <p:nvPicPr>
          <p:cNvPr id="6" name="Image 1" descr="/home/claude/iot_workshop/graphics/07_data_fl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Reflection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EWS  ·  Alert dissemination  ·  What you learned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Your Sensor Node to the EWS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691640"/>
            <a:ext cx="5669280" cy="4754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5, recall the EWS pipeline: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→ Processing → Decision → Dissemination → Response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IoT node fills the SENSORS layer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messages feed real-time data to the processor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threshold optimisation from Notebook 2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rules trigger when conditions exceed safe limits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landslide trigger conditions: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&gt; 10° AND soil moisture &gt; 90% → RED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&gt; 5° AND soil moisture &gt; 80% → YELLOW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dropping &gt; 2 hPa/hour → STORM watch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 research infrastructure</a:t>
            </a:r>
            <a:endParaRPr lang="en-US" sz="1500" dirty="0"/>
          </a:p>
          <a:p>
            <a:pPr lvl="1" marL="685800" indent="-342900">
              <a:spcAft>
                <a:spcPts val="200"/>
              </a:spcAft>
              <a:buSzPct val="100000"/>
              <a:buChar char="•"/>
            </a:pPr>
            <a:r>
              <a:rPr lang="en-US" sz="13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today is the basis for field deployments</a:t>
            </a:r>
            <a:endParaRPr lang="en-US" sz="1500" dirty="0"/>
          </a:p>
        </p:txBody>
      </p:sp>
      <p:pic>
        <p:nvPicPr>
          <p:cNvPr id="6" name="Image 1" descr="/home/claude/iot_workshop/graphics/07_data_flo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91640"/>
            <a:ext cx="557784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Rules &amp; Dissemination: Real Notifications, Real Phones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pic>
        <p:nvPicPr>
          <p:cNvPr id="5" name="Image 1" descr="/home/claude/iot_workshop/graphics/09_alert_disseminat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" y="1691640"/>
            <a:ext cx="11430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960120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11480" y="1572768"/>
            <a:ext cx="11338560" cy="36576"/>
          </a:xfrm>
          <a:prstGeom prst="rect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11480" y="1819656"/>
            <a:ext cx="457200" cy="457200"/>
          </a:xfrm>
          <a:prstGeom prst="ellipse">
            <a:avLst/>
          </a:prstGeom>
          <a:solidFill>
            <a:srgbClr val="3D3780"/>
          </a:solidFill>
          <a:ln w="12700">
            <a:solidFill>
              <a:srgbClr val="3D37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819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1837944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enables dense, low-cost hazard monitoring — €20–50 vs. €10k+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478024"/>
            <a:ext cx="457200" cy="45720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2496312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is the new normal — use it, but understand it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3136392"/>
            <a:ext cx="457200" cy="457200"/>
          </a:xfrm>
          <a:prstGeom prst="ellipse">
            <a:avLst/>
          </a:prstGeom>
          <a:solidFill>
            <a:srgbClr val="1A7F5C"/>
          </a:solidFill>
          <a:ln w="12700">
            <a:solidFill>
              <a:srgbClr val="1A7F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136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05840" y="3154680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prompts specify board, sensor, interface, output, and constraints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1480" y="3794760"/>
            <a:ext cx="457200" cy="457200"/>
          </a:xfrm>
          <a:prstGeom prst="ellipse">
            <a:avLst/>
          </a:prstGeom>
          <a:solidFill>
            <a:srgbClr val="E07B24"/>
          </a:solidFill>
          <a:ln w="12700">
            <a:solidFill>
              <a:srgbClr val="E07B2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81304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AI for boilerplate; ALWAYS review threshold logic and safety-critical code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" y="4453128"/>
            <a:ext cx="457200" cy="457200"/>
          </a:xfrm>
          <a:prstGeom prst="ellipse">
            <a:avLst/>
          </a:prstGeom>
          <a:solidFill>
            <a:srgbClr val="0A6EBD"/>
          </a:solidFill>
          <a:ln w="12700">
            <a:solidFill>
              <a:srgbClr val="0A6EB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4453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5840" y="4471416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+ InfluxDB is the de facto standard for IoT dashboards (free tier works)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" y="5111496"/>
            <a:ext cx="457200" cy="45720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05840" y="5129784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state machines (FIRING / PENDING / RESOLVED) avoid noise from sensor spikes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1480" y="5769864"/>
            <a:ext cx="457200" cy="457200"/>
          </a:xfrm>
          <a:prstGeom prst="ellipse">
            <a:avLst/>
          </a:prstGeom>
          <a:solidFill>
            <a:srgbClr val="3D3780"/>
          </a:solidFill>
          <a:ln w="12700">
            <a:solidFill>
              <a:srgbClr val="3D378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05840" y="5788152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nodes are the data sources for the EWS — Module 7 feeds Module 5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mpl_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3D3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57200" y="3749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github.com/Digihaz  ·  AI-Assisted IoT Development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DigiHaz Doctoral Training Programme  ·  iot@uniwa.gr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2026-06-14T17:52:02Z</dcterms:created>
  <dcterms:modified xsi:type="dcterms:W3CDTF">2026-06-14T17:52:02Z</dcterms:modified>
</cp:coreProperties>
</file>